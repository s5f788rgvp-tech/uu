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0"/>
            <a:ext cx="1691640" cy="1920240"/>
          </a:xfrm>
          <a:prstGeom prst="rect">
            <a:avLst/>
          </a:prstGeom>
        </p:spPr>
      </p:pic>
      <p:pic>
        <p:nvPicPr>
          <p:cNvPr id="3" name="Image 1" descr="/home/claude/logo_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0"/>
            <a:ext cx="1755648" cy="20116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920240" y="3200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spc="200" kern="0" dirty="0">
                <a:solidFill>
                  <a:srgbClr val="FFFFFF"/>
                </a:solidFill>
              </a:rPr>
              <a:t>MALLAREDDY</a:t>
            </a:r>
            <a:endParaRPr lang="en-US" sz="3400" dirty="0"/>
          </a:p>
          <a:p>
            <a:pPr indent="0" marL="0">
              <a:buNone/>
            </a:pPr>
            <a:r>
              <a:rPr lang="en-US" sz="3400" spc="200" kern="0" dirty="0">
                <a:solidFill>
                  <a:srgbClr val="FFFFFF"/>
                </a:solidFill>
              </a:rPr>
              <a:t>VISHWAVIDYAPEETH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PUBLIC TRANSPORT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COMPLAINT PORTAL</a:t>
            </a:r>
            <a:endParaRPr lang="en-US" sz="30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35204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1E7E3"/>
                </a:solidFill>
              </a:rPr>
              <a:t>MERN-based platform to report transport problems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577840" y="22860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25MVCSMRO467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25MVCSMRO475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25MVCSMRO474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25MVCSMRO483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&amp; Objectives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31920" cy="3291840"/>
          </a:xfrm>
          <a:prstGeom prst="rect">
            <a:avLst/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73152" cy="3291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F"/>
                </a:solidFill>
              </a:rPr>
              <a:t>The Problem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Complaints are made by phone, paper or social media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No tracking or accountability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Authorities lack data on recurring issues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Passengers get no feedback on action taken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3931920" cy="3291840"/>
          </a:xfrm>
          <a:prstGeom prst="rect">
            <a:avLst/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43000"/>
            <a:ext cx="73152" cy="32918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834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F"/>
                </a:solidFill>
              </a:rPr>
              <a:t>Our Objectives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16002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One public portal to report transport issues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Transparent status tracking for every complaint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Admin dashboard to assign and resolve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Analytics to find problem routes &amp; patterns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Features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06040" cy="1554480"/>
          </a:xfrm>
          <a:prstGeom prst="rect">
            <a:avLst/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73152" cy="1554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F"/>
                </a:solidFill>
              </a:rPr>
              <a:t>Report Issues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Bus, metro or train; category, route, photo and location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606040" cy="1554480"/>
          </a:xfrm>
          <a:prstGeom prst="rect">
            <a:avLst/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143000"/>
            <a:ext cx="73152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F"/>
                </a:solidFill>
              </a:rPr>
              <a:t>Track Status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6002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Submitted → In Review → Resolved, with timestamps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06040" cy="1554480"/>
          </a:xfrm>
          <a:prstGeom prst="rect">
            <a:avLst/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143000"/>
            <a:ext cx="73152" cy="1554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F"/>
                </a:solidFill>
              </a:rPr>
              <a:t>Secure Login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6002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JWT authentication with citizen and admin roles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2606040" cy="1554480"/>
          </a:xfrm>
          <a:prstGeom prst="rect">
            <a:avLst/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880360"/>
            <a:ext cx="73152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F"/>
                </a:solidFill>
              </a:rPr>
              <a:t>Admin Dashboard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3375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Filter, assign, update and close complaints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46120" y="2880360"/>
            <a:ext cx="2606040" cy="1554480"/>
          </a:xfrm>
          <a:prstGeom prst="rect">
            <a:avLst/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2880360"/>
            <a:ext cx="73152" cy="1554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474720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F"/>
                </a:solidFill>
              </a:rPr>
              <a:t>Notifications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33375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Email alerts when complaint status changes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35040" y="2880360"/>
            <a:ext cx="2606040" cy="1554480"/>
          </a:xfrm>
          <a:prstGeom prst="rect">
            <a:avLst/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2880360"/>
            <a:ext cx="73152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63640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F"/>
                </a:solidFill>
              </a:rPr>
              <a:t>Analytics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33375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Charts on top issues, routes and resolution time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MERN Architecture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468880" cy="1828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React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03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Frontend UI, forms, dashboard, React Router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</a:rPr>
              <a:t>⇄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468880" cy="1828800"/>
          </a:xfrm>
          <a:prstGeom prst="rect">
            <a:avLst/>
          </a:prstGeom>
          <a:solidFill>
            <a:srgbClr val="1226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328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Express + Node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103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REST API, auth middleware, validation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</a:rPr>
              <a:t>⇄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309360" y="1463040"/>
            <a:ext cx="2468880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MongoDB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103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Stores users, complaints, routes via Mongoose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Client (browser)  →  HTTPS / JSON  →  API server  →  Mongoose ODM  →  Database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Extras: Multer for photo uploads • Nodemailer for alerts • Axios on the client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Database Design (MongoDB)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06040" cy="3291840"/>
          </a:xfrm>
          <a:prstGeom prst="rect">
            <a:avLst/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73152" cy="32918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F"/>
                </a:solidFill>
              </a:rPr>
              <a:t>Users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email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passwordHash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role (citizen / admin)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createdAt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68980" y="1143000"/>
            <a:ext cx="2606040" cy="3291840"/>
          </a:xfrm>
          <a:prstGeom prst="rect">
            <a:avLst/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8980" y="1143000"/>
            <a:ext cx="73152" cy="3291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9758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F"/>
                </a:solidFill>
              </a:rPr>
              <a:t>Complaints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97580" y="160020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title, description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category, transportMode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route, location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imageUrl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status, priority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user (ref), assignedTo (ref)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createdAt, updatedAt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1143000"/>
            <a:ext cx="2606040" cy="3291840"/>
          </a:xfrm>
          <a:prstGeom prst="rect">
            <a:avLst/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143000"/>
            <a:ext cx="73152" cy="3291840"/>
          </a:xfrm>
          <a:prstGeom prst="rect">
            <a:avLst/>
          </a:prstGeom>
          <a:solidFill>
            <a:srgbClr val="1226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F"/>
                </a:solidFill>
              </a:rPr>
              <a:t>Updates / Routes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60020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Updates: complaint (ref), status, remark, by, date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Routes: name, type, stops – used for dropdowns and analytics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REST API Endpoints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6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291840"/>
                <a:gridCol w="39319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/api/auth/register, /login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Sign up and log in (JWT)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/api/complaints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Submit a new complaint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/api/complaints/mine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View my complaints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/api/complaints/:id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Complaint details and history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/api/admin/complaints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List and filter all (admin)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PATCH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/api/admin/complaints/:id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Update status or assign (admin)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/api/admin/stats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Analytics summary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Complaint Workflow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371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3F"/>
                </a:solidFill>
              </a:rPr>
              <a:t>Citizen logs in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461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371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3F"/>
                </a:solidFill>
              </a:rPr>
              <a:t>Submits complaint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1371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3F"/>
                </a:solidFill>
              </a:rPr>
              <a:t>Admin reviews &amp; assigns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108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3F"/>
                </a:solidFill>
              </a:rPr>
              <a:t>Status updated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46120" y="310896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24612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3108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3F"/>
                </a:solidFill>
              </a:rPr>
              <a:t>Citizen notified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35040" y="31089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03504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3108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3F"/>
                </a:solidFill>
              </a:rPr>
              <a:t>Resolved &amp; closed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Every status change is logged, so citizens and authorities share one transparent history.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Roadmap &amp; Conclusion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31920" cy="2377440"/>
          </a:xfrm>
          <a:prstGeom prst="rect">
            <a:avLst/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73152" cy="2377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F"/>
                </a:solidFill>
              </a:rPr>
              <a:t>Development Plan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Week 1: Setup, auth, DB models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Week 2: Complaint APIs + React forms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Week 3: Admin dashboard, uploads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Week 4: Analytics, testing, deployment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3931920" cy="2377440"/>
          </a:xfrm>
          <a:prstGeom prst="rect">
            <a:avLst/>
          </a:prstGeom>
          <a:solidFill>
            <a:srgbClr val="F4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43000"/>
            <a:ext cx="73152" cy="2377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834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F"/>
                </a:solidFill>
              </a:rPr>
              <a:t>Future Scope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16002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Live GPS and map-based reporting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Multilingual support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Mobile app (React Native)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AI-based complaint categorisation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solidFill>
            <a:srgbClr val="1226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 transparent, data-driven portal that turns passenger complaints into faster fixes.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2026-10-09T19:00:21Z</dcterms:created>
  <dcterms:modified xsi:type="dcterms:W3CDTF">2026-10-09T19:00:21Z</dcterms:modified>
</cp:coreProperties>
</file>